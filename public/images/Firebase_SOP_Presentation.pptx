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Firebase SOP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Firebase Account Creation &amp; App Creation SOP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Google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Google Account Signup page</a:t>
            </a:r>
          </a:p>
          <a:p>
            <a:pPr/>
            <a:r>
              <a:t>Enter name, username, and password</a:t>
            </a:r>
          </a:p>
          <a:p>
            <a:pPr/>
            <a:r>
              <a:t>Verify mobile number with OTP</a:t>
            </a:r>
          </a:p>
          <a:p>
            <a:pPr/>
            <a:r>
              <a:t>Complete recovery email and security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Firebase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Firebase Console</a:t>
            </a:r>
          </a:p>
          <a:p>
            <a:pPr/>
            <a:r>
              <a:t>Login with Google account</a:t>
            </a:r>
          </a:p>
          <a:p>
            <a:pPr/>
            <a:r>
              <a:t>Click 'Create a Project'</a:t>
            </a:r>
          </a:p>
          <a:p>
            <a:pPr/>
            <a:r>
              <a:t>Enable Google Analytics (recommended)</a:t>
            </a:r>
          </a:p>
          <a:p>
            <a:pPr/>
            <a:r>
              <a:t>Click 'Create Project'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Android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Click Android icon in Firebase dashboard</a:t>
            </a:r>
          </a:p>
          <a:p>
            <a:pPr/>
            <a:r>
              <a:t>Enter Android package name</a:t>
            </a:r>
          </a:p>
          <a:p>
            <a:pPr/>
            <a:r>
              <a:t>Register App</a:t>
            </a:r>
          </a:p>
          <a:p>
            <a:pPr/>
            <a:r>
              <a:t>Download google-services.json</a:t>
            </a:r>
          </a:p>
          <a:p>
            <a:pPr/>
            <a:r>
              <a:t>Place file inside android/app/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iOS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Click iOS icon in Firebase dashboard</a:t>
            </a:r>
          </a:p>
          <a:p>
            <a:pPr/>
            <a:r>
              <a:t>Enter iOS Bundle ID</a:t>
            </a:r>
          </a:p>
          <a:p>
            <a:pPr/>
            <a:r>
              <a:t>Register App</a:t>
            </a:r>
          </a:p>
          <a:p>
            <a:pPr/>
            <a:r>
              <a:t>Download GoogleService-Info.plist</a:t>
            </a:r>
          </a:p>
          <a:p>
            <a:pPr/>
            <a:r>
              <a:t>Place file inside ios/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Firebase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Install firebase package using npm</a:t>
            </a:r>
          </a:p>
          <a:p>
            <a:pPr/>
            <a:r>
              <a:t>Configure firebase.js file</a:t>
            </a:r>
          </a:p>
          <a:p>
            <a:pPr/>
            <a:r>
              <a:t>Add Firebase SDK configuration</a:t>
            </a:r>
          </a:p>
          <a:p>
            <a:pPr/>
            <a:r>
              <a:t>Initialize Firebase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Firebase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Enable Authentication</a:t>
            </a:r>
          </a:p>
          <a:p>
            <a:pPr/>
            <a:r>
              <a:t>Create Firestore Database</a:t>
            </a:r>
          </a:p>
          <a:p>
            <a:pPr/>
            <a:r>
              <a:t>Enable Storage</a:t>
            </a:r>
          </a:p>
          <a:p>
            <a:pPr/>
            <a:r>
              <a:t>Choose Mumbai region (asia-south1)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SHA-1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Run keytool command</a:t>
            </a:r>
          </a:p>
          <a:p>
            <a:pPr/>
            <a:r>
              <a:t>Use default password: android</a:t>
            </a:r>
          </a:p>
          <a:p>
            <a:pPr/>
            <a:r>
              <a:t>Copy SHA-1 key</a:t>
            </a:r>
          </a:p>
          <a:p>
            <a:pPr/>
            <a:r>
              <a:t>Add SHA-1 in Firebase Project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Firebase Cloud Messaging</a:t>
            </a:r>
          </a:p>
          <a:p>
            <a:pPr/>
            <a:r>
              <a:t>Generate Server Key</a:t>
            </a:r>
          </a:p>
          <a:p>
            <a:pPr/>
            <a:r>
              <a:t>Generate Sender ID</a:t>
            </a:r>
          </a:p>
          <a:p>
            <a:pPr/>
            <a:r>
              <a:t>Use for notification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Firebase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Install firebase-tools CLI</a:t>
            </a:r>
          </a:p>
          <a:p>
            <a:pPr/>
            <a:r>
              <a:t>Login using firebase login</a:t>
            </a:r>
          </a:p>
          <a:p>
            <a:pPr/>
            <a:r>
              <a:t>Run firebase init</a:t>
            </a:r>
          </a:p>
          <a:p>
            <a:pPr/>
            <a:r>
              <a:t>Deploy using firebase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Firestore security rules</a:t>
            </a:r>
          </a:p>
          <a:p>
            <a:pPr/>
            <a:r>
              <a:t>Enable App Check</a:t>
            </a:r>
          </a:p>
          <a:p>
            <a:pPr/>
            <a:r>
              <a:t>Restrict storage access</a:t>
            </a:r>
          </a:p>
          <a:p>
            <a:pPr/>
            <a:r>
              <a:t>Enable billing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https://firebase.google.com/docs</a:t>
            </a:r>
          </a:p>
          <a:p>
            <a:pPr/>
            <a:r>
              <a:t>https://console.firebase.google.com/</a:t>
            </a:r>
          </a:p>
          <a:p>
            <a:pPr/>
            <a:r>
              <a:t>https://firebase.google.com/docs/web/setup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