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CC35F-541C-4506-ACEA-E5C507F9E722}" v="121" dt="2026-05-13T11:13:2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Firebase SOP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Firebase Account Creation &amp; App Creation SOP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Google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Google Account Signup page</a:t>
            </a:r>
          </a:p>
          <a:p>
            <a:r>
              <a:t>Enter name, username, and password</a:t>
            </a:r>
          </a:p>
          <a:p>
            <a:r>
              <a:t>Verify mobile number with OTP</a:t>
            </a:r>
          </a:p>
          <a:p>
            <a:r>
              <a:t>Complete recovery email and security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2806506"/>
          </a:xfrm>
        </p:spPr>
        <p:txBody>
          <a:bodyPr anchor="b">
            <a:normAutofit/>
          </a:bodyPr>
          <a:lstStyle/>
          <a:p>
            <a:r>
              <a:rPr lang="en-US" sz="3500"/>
              <a:t>Create Firebase Project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C6ECE9-3F30-957A-D3D5-B0E4E45D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961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366" y="3526300"/>
            <a:ext cx="2989616" cy="2588458"/>
          </a:xfrm>
        </p:spPr>
        <p:txBody>
          <a:bodyPr>
            <a:normAutofit/>
          </a:bodyPr>
          <a:lstStyle/>
          <a:p>
            <a:r>
              <a:rPr lang="en-US" sz="1700"/>
              <a:t>Open Firebase Console</a:t>
            </a:r>
          </a:p>
          <a:p>
            <a:r>
              <a:rPr lang="en-US" sz="1700"/>
              <a:t>Login with Google account</a:t>
            </a:r>
          </a:p>
          <a:p>
            <a:r>
              <a:rPr lang="en-US" sz="1700"/>
              <a:t>Click 'Create a Project'</a:t>
            </a:r>
          </a:p>
          <a:p>
            <a:r>
              <a:rPr lang="en-US" sz="1700"/>
              <a:t>Enable Google Analytics (recommended)</a:t>
            </a:r>
          </a:p>
          <a:p>
            <a:r>
              <a:rPr lang="en-US" sz="1700"/>
              <a:t>Click 'Create Project'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9C9B3-88A7-DB22-2A32-E057EF51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39" b="3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2072" cy="19380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Add Android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82589"/>
            <a:ext cx="2862072" cy="3694373"/>
          </a:xfrm>
        </p:spPr>
        <p:txBody>
          <a:bodyPr>
            <a:normAutofit/>
          </a:bodyPr>
          <a:lstStyle/>
          <a:p>
            <a:r>
              <a:rPr lang="en-US" sz="1700"/>
              <a:t>Click Android icon in Firebase dashboard</a:t>
            </a:r>
          </a:p>
          <a:p>
            <a:r>
              <a:rPr lang="en-US" sz="1700"/>
              <a:t>Enter Android package name</a:t>
            </a:r>
          </a:p>
          <a:p>
            <a:r>
              <a:rPr lang="en-US" sz="1700"/>
              <a:t>Register App</a:t>
            </a:r>
          </a:p>
          <a:p>
            <a:r>
              <a:rPr lang="en-US" sz="1700"/>
              <a:t>Download google-services.json</a:t>
            </a:r>
          </a:p>
          <a:p>
            <a:r>
              <a:rPr lang="en-US" sz="1700"/>
              <a:t>Place file inside android/app/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E70B6791-BAE4-5427-FC18-2B35A72B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846" b="-2"/>
          <a:stretch>
            <a:fillRect/>
          </a:stretch>
        </p:blipFill>
        <p:spPr>
          <a:xfrm>
            <a:off x="3678237" y="-4"/>
            <a:ext cx="5465763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9C7C4A9-8D09-AD21-3143-42FD77525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8" b="1"/>
          <a:stretch>
            <a:fillRect/>
          </a:stretch>
        </p:blipFill>
        <p:spPr>
          <a:xfrm>
            <a:off x="3545046" y="3802961"/>
            <a:ext cx="5604285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>
            <a:normAutofit/>
          </a:bodyPr>
          <a:lstStyle/>
          <a:p>
            <a:r>
              <a:rPr lang="en-US" sz="2800"/>
              <a:t>Add iOS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579" y="586822"/>
            <a:ext cx="458005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Click iOS icon in Firebase dashboard</a:t>
            </a:r>
          </a:p>
          <a:p>
            <a:r>
              <a:rPr lang="en-US" sz="1600"/>
              <a:t>Enter iOS Bundle ID</a:t>
            </a:r>
          </a:p>
          <a:p>
            <a:r>
              <a:rPr lang="en-US" sz="1600"/>
              <a:t>Register App</a:t>
            </a:r>
          </a:p>
          <a:p>
            <a:r>
              <a:rPr lang="en-US" sz="1600"/>
              <a:t>Download GoogleService-Info.plist</a:t>
            </a:r>
          </a:p>
          <a:p>
            <a:r>
              <a:rPr lang="en-US" sz="1600"/>
              <a:t>Place file inside ios/</a:t>
            </a:r>
          </a:p>
        </p:txBody>
      </p:sp>
      <p:pic>
        <p:nvPicPr>
          <p:cNvPr id="6" name="Picture 5" descr="Screens screenshot of a chat&#10;&#10;AI-generated content may be incorrect.">
            <a:extLst>
              <a:ext uri="{FF2B5EF4-FFF2-40B4-BE49-F238E27FC236}">
                <a16:creationId xmlns:a16="http://schemas.microsoft.com/office/drawing/2014/main" id="{1D7F662C-4A88-6F2F-4F22-5B44B9E30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"/>
          <a:stretch>
            <a:fillRect/>
          </a:stretch>
        </p:blipFill>
        <p:spPr>
          <a:xfrm>
            <a:off x="418337" y="3372866"/>
            <a:ext cx="4111132" cy="219692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663E1F-0904-FA71-7944-7B36EAE9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50"/>
          <a:stretch>
            <a:fillRect/>
          </a:stretch>
        </p:blipFill>
        <p:spPr>
          <a:xfrm>
            <a:off x="4649085" y="3630859"/>
            <a:ext cx="4142312" cy="1680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Firebase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firebase package using npm</a:t>
            </a:r>
          </a:p>
          <a:p>
            <a:r>
              <a:t>Configure firebase.js file</a:t>
            </a:r>
          </a:p>
          <a:p>
            <a:r>
              <a:t>Add Firebase SDK configuration</a:t>
            </a:r>
          </a:p>
          <a:p>
            <a:r>
              <a:t>Initialize Firebase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Enable Firebase Services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869789-3872-8578-D5F8-FC2C13D7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5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Enable Authentication</a:t>
            </a:r>
          </a:p>
          <a:p>
            <a:r>
              <a:rPr lang="en-US" sz="1600"/>
              <a:t>Create Firestore Database</a:t>
            </a:r>
          </a:p>
          <a:p>
            <a:r>
              <a:rPr lang="en-US" sz="1600"/>
              <a:t>Enable Storage</a:t>
            </a:r>
          </a:p>
          <a:p>
            <a:r>
              <a:rPr lang="en-US" sz="1600"/>
              <a:t>Choose Mumbai region (asia-south1)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SHA-1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keytool command</a:t>
            </a:r>
          </a:p>
          <a:p>
            <a:r>
              <a:t>Use default password: android</a:t>
            </a:r>
          </a:p>
          <a:p>
            <a:r>
              <a:t>Copy SHA-1 key</a:t>
            </a:r>
          </a:p>
          <a:p>
            <a:r>
              <a:t>Add SHA-1 in Firebase Project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Firebase Cloud Messaging</a:t>
            </a:r>
          </a:p>
          <a:p>
            <a:r>
              <a:t>Generate Server Key</a:t>
            </a:r>
          </a:p>
          <a:p>
            <a:r>
              <a:t>Generate Sender ID</a:t>
            </a:r>
          </a:p>
          <a:p>
            <a:r>
              <a:t>Use for notification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Firebase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firebase-tools CLI</a:t>
            </a:r>
          </a:p>
          <a:p>
            <a:r>
              <a:t>Login using firebase login</a:t>
            </a:r>
          </a:p>
          <a:p>
            <a:r>
              <a:t>Run firebase init</a:t>
            </a:r>
          </a:p>
          <a:p>
            <a:r>
              <a:t>Deploy using firebase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Firestore security rules</a:t>
            </a:r>
          </a:p>
          <a:p>
            <a:r>
              <a:t>Enable App Check</a:t>
            </a:r>
          </a:p>
          <a:p>
            <a:r>
              <a:t>Restrict storage access</a:t>
            </a:r>
          </a:p>
          <a:p>
            <a:r>
              <a:t>Enable billing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https://firebase.google.com/docs</a:t>
            </a:r>
          </a:p>
          <a:p>
            <a:r>
              <a:t>https://console.firebase.google.com/</a:t>
            </a:r>
          </a:p>
          <a:p>
            <a:r>
              <a:t>https://firebase.google.com/docs/web/setup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Firebase SOP</vt:lpstr>
      <vt:lpstr>Create Google Account</vt:lpstr>
      <vt:lpstr>Create Firebase Project</vt:lpstr>
      <vt:lpstr>Add Android App</vt:lpstr>
      <vt:lpstr>Add iOS App</vt:lpstr>
      <vt:lpstr>Install Firebase SDK</vt:lpstr>
      <vt:lpstr>Enable Firebase Services</vt:lpstr>
      <vt:lpstr>Generate SHA-1 Key</vt:lpstr>
      <vt:lpstr>Push Notifications</vt:lpstr>
      <vt:lpstr>Firebase Hosting</vt:lpstr>
      <vt:lpstr>Security Best Practices</vt:lpstr>
      <vt:lpstr>Useful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42</cp:revision>
  <dcterms:created xsi:type="dcterms:W3CDTF">2013-01-27T09:14:16Z</dcterms:created>
  <dcterms:modified xsi:type="dcterms:W3CDTF">2026-05-13T11:13:57Z</dcterms:modified>
  <cp:category/>
</cp:coreProperties>
</file>